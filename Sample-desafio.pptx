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96" d="100"/>
          <a:sy n="96" d="100"/>
        </p:scale>
        <p:origin x="40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5F3E1-3942-47D5-A989-B69DF95CA52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5ECDC-5CEF-4FFE-9E6F-91B72F4DF3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6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95ECDC-5CEF-4FFE-9E6F-91B72F4DF3E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85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treemap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app.powerbi.com/groups/me/reports/adcf2c99-d2a0-464f-83dc-0c4c388b9113?pbi_source=PowerPoi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adcf2c99-d2a0-464f-83dc-0c4c388b9113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53448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Sample</a:t>
            </a:r>
            <a:r>
              <a:rPr lang="en-US" dirty="0">
                <a:solidFill>
                  <a:srgbClr val="F3C910"/>
                </a:solidFill>
              </a:rPr>
              <a:t>-</a:t>
            </a:r>
            <a:r>
              <a:rPr lang="en-US" dirty="0" err="1">
                <a:solidFill>
                  <a:srgbClr val="F3C910"/>
                </a:solidFill>
              </a:rPr>
              <a:t>desafio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4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02/12/2025 02:19:29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02/12/2025 02:00:04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ieChart ,map ,map ,textbox ,treemap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46</Words>
  <Application>Microsoft Office PowerPoint</Application>
  <PresentationFormat>Widescreen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Sample-desafio</vt:lpstr>
      <vt:lpstr>Página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Luiz Alberto  Costa de Souza</cp:lastModifiedBy>
  <cp:revision>5</cp:revision>
  <dcterms:created xsi:type="dcterms:W3CDTF">2016-09-04T11:54:55Z</dcterms:created>
  <dcterms:modified xsi:type="dcterms:W3CDTF">2025-12-02T02:21:40Z</dcterms:modified>
</cp:coreProperties>
</file>